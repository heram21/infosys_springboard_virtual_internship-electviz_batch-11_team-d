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4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B0ECC-9474-4945-8746-148D35750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EC283-39EA-4997-90FD-E6CDBA98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5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EC283-39EA-4997-90FD-E6CDBA984E5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4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651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1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689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91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57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18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5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95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5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71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66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E87F0A9-1185-430C-AD9F-4A6A23A39DEB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76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D2B-976A-6805-0AB4-D5D9E2EE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4373076"/>
          </a:xfrm>
        </p:spPr>
        <p:txBody>
          <a:bodyPr anchor="ctr">
            <a:normAutofit/>
          </a:bodyPr>
          <a:lstStyle/>
          <a:p>
            <a:r>
              <a:rPr lang="en-US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ElectViz</a:t>
            </a: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Election Data Visualization for Media</a:t>
            </a:r>
            <a:b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Batch-11</a:t>
            </a:r>
            <a:endParaRPr lang="en-IN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31828F-2798-8BE8-56E0-23C8257D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4952" y="3325306"/>
            <a:ext cx="3132841" cy="3013494"/>
          </a:xfrm>
        </p:spPr>
        <p:txBody>
          <a:bodyPr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IN" sz="1800" dirty="0">
                <a:solidFill>
                  <a:schemeClr val="tx1"/>
                </a:solidFill>
              </a:rPr>
              <a:t>Mentor : Mrs Nithyasri S J    </a:t>
            </a:r>
          </a:p>
          <a:p>
            <a:pPr>
              <a:spcBef>
                <a:spcPts val="600"/>
              </a:spcBef>
            </a:pPr>
            <a:r>
              <a:rPr lang="en-IN" sz="1800" dirty="0">
                <a:solidFill>
                  <a:schemeClr val="tx1"/>
                </a:solidFill>
              </a:rPr>
              <a:t>    Made by: </a:t>
            </a:r>
            <a:r>
              <a:rPr lang="en-IN" sz="1800" dirty="0" err="1">
                <a:solidFill>
                  <a:schemeClr val="tx1"/>
                </a:solidFill>
              </a:rPr>
              <a:t>Swathika</a:t>
            </a:r>
            <a:r>
              <a:rPr lang="en-IN" sz="1800" dirty="0">
                <a:solidFill>
                  <a:schemeClr val="tx1"/>
                </a:solidFill>
              </a:rPr>
              <a:t> Murugan</a:t>
            </a:r>
          </a:p>
        </p:txBody>
      </p:sp>
    </p:spTree>
    <p:extLst>
      <p:ext uri="{BB962C8B-B14F-4D97-AF65-F5344CB8AC3E}">
        <p14:creationId xmlns:p14="http://schemas.microsoft.com/office/powerpoint/2010/main" val="17393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EF5E-1360-ACD8-7139-838981D7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47" y="254524"/>
            <a:ext cx="10353761" cy="1326321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Project Overview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E02B563-4D87-4D75-FC5E-1DDB18240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12866" y="1728816"/>
            <a:ext cx="8502372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Project Name: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ElectViz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– Election Data Analytics Dashboard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Domain: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 Analytics &amp; Visualization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Tool Used: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Microsoft Power BI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Dataset: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U.S. House of Representatives Elections (1976–2022)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Objective: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Analyze long-term election trends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Understand party dominance and power shifts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Compare state-wise and candidate-wise performance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Outcome: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  An interactive dashboard enabling data-driven exploration of election data</a:t>
            </a:r>
          </a:p>
        </p:txBody>
      </p:sp>
    </p:spTree>
    <p:extLst>
      <p:ext uri="{BB962C8B-B14F-4D97-AF65-F5344CB8AC3E}">
        <p14:creationId xmlns:p14="http://schemas.microsoft.com/office/powerpoint/2010/main" val="189735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C7D1-7080-DED1-AF06-D488FC13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81887"/>
            <a:ext cx="7729728" cy="1188720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Project Files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D6BF5A-EC3B-F3E2-632A-E795F367CF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11433" y="2061647"/>
            <a:ext cx="612687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Dataset: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U.S. House election data (CSV format)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Processed using Power Query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state and party names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File (.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pbix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data model, DAX measures, and dashboards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report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Dashboard explanation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PPT for final submission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89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E907-BDB0-EFF7-5F3E-5909320A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442" y="264732"/>
            <a:ext cx="7729728" cy="1188720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616EF06-6A34-97E6-C589-79B8151A8A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8297" y="1453452"/>
            <a:ext cx="6192511" cy="516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with multi-page navigation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filters: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Election Type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KPI cards for: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votes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candidates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vote share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State-wise and party-wise comparison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across multiple election cycles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visually consistent design</a:t>
            </a:r>
          </a:p>
        </p:txBody>
      </p:sp>
    </p:spTree>
    <p:extLst>
      <p:ext uri="{BB962C8B-B14F-4D97-AF65-F5344CB8AC3E}">
        <p14:creationId xmlns:p14="http://schemas.microsoft.com/office/powerpoint/2010/main" val="183860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4D18-2469-1425-ECD1-B8C23186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390" y="226068"/>
            <a:ext cx="8242169" cy="103490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EA4193-2FB0-E9E0-DAB7-C52425B280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86212" y="1364188"/>
            <a:ext cx="3463769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transformation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 measures and KPIs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inspection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charts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Donut charts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81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F418-2630-5ECE-C911-684F2EDC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074" y="245534"/>
            <a:ext cx="6686621" cy="838986"/>
          </a:xfrm>
        </p:spPr>
        <p:txBody>
          <a:bodyPr/>
          <a:lstStyle/>
          <a:p>
            <a:r>
              <a:rPr lang="en-IN" b="1" dirty="0"/>
              <a:t>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6FA14-7439-477D-6283-AD1D14F08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17" y="1291472"/>
            <a:ext cx="10463753" cy="5320995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Understanding the Raw Dataset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team first analyzed the structure to identify all cleaning and transformation steps needed. 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Data Cleaning &amp; Preparation (Power Query)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step ensured that the dashboard visuals produced correct insights.)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Data Modeling &amp; Measure Creation (DAX)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also fixed logical issues created by the raw dataset (e.g., recalculating correct percentages).)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– Designing Visual Pages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dashboard pages were built with a clear structure: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1 – Election Overview &amp; Trends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2 – Special Elections &amp; Fusion Ticket Analysis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3 – State-wise Candidate Vote Distribution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4 – Party &amp; Candidate Performance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5 – Seat Distribution by Party and State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6 – State Wise Election Participation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7 –Election Results-Final Overview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– Usability &amp; Visual Refinements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color contrast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label visibility, Slicer interactivity, Clean layout spacing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title clarity &amp; page names)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12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EBDA-1349-A388-D208-F74F12752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56" y="295389"/>
            <a:ext cx="5809928" cy="750986"/>
          </a:xfrm>
        </p:spPr>
        <p:txBody>
          <a:bodyPr/>
          <a:lstStyle/>
          <a:p>
            <a:r>
              <a:rPr lang="en-IN" b="1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E5E57-58C3-380C-8780-4638EB546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293" y="1611983"/>
            <a:ext cx="7729728" cy="449658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 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(Cleaning &amp; Transformation)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Data Model (Tables + Relationships)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&amp; KPIs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Visuals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Insights &amp;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993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69E8-95B1-1A6E-5BCB-630C683C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3721-BC39-AE41-FC7A-DDE5B8C62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 License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short and permissive software license that allows media houses to use, copy, and modify your dashboard, provided the original copyright and permission notice are included.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2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078E-8673-C945-E710-E2B883D3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652" y="341413"/>
            <a:ext cx="5265874" cy="921780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Team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3157-13DF-39B4-1551-CAC82ABD1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878008"/>
            <a:ext cx="7729728" cy="31019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experience with Power BI and DAX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real-world data cleaning challenges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interactive and analytical dashboards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data storytelling principles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multi-page Power BI dashboard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analytics project experience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analytical thinking and visualization skills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teamwork and communication abilities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89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F250-86EB-3003-C015-87AB7DDD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297" y="201138"/>
            <a:ext cx="9387589" cy="1046375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MILESTONE Outcomes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7EA6BC06-5566-65E4-DD78-2C155655F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56" y="4235915"/>
            <a:ext cx="4122340" cy="23765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5CD757-2026-B809-1541-72D55257A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56" y="1566327"/>
            <a:ext cx="4122340" cy="23507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307CC7-2FC6-824F-99EB-2EBBDAAB5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108" y="1517496"/>
            <a:ext cx="4210706" cy="2399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9C656C-6AD9-B4B0-BBA9-C4F861B9B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7376" y="4257257"/>
            <a:ext cx="4210706" cy="2399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666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1A7EB-9F15-56F2-3DAC-E1E2DBF0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018" y="5397910"/>
            <a:ext cx="2834640" cy="930918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339F6B-C1E1-4223-80AA-288986DCD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886" y="1389690"/>
            <a:ext cx="4503576" cy="25329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212B04-5E39-5F9D-104C-77536BCA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18" y="4201816"/>
            <a:ext cx="4219098" cy="2392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4BD778-4695-25E8-715A-418677138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295" y="4201816"/>
            <a:ext cx="4189438" cy="2392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52F6651-92D4-F1BA-6172-404157B24090}"/>
              </a:ext>
            </a:extLst>
          </p:cNvPr>
          <p:cNvSpPr txBox="1">
            <a:spLocks/>
          </p:cNvSpPr>
          <p:nvPr/>
        </p:nvSpPr>
        <p:spPr bwMode="blackWhite">
          <a:xfrm>
            <a:off x="1250879" y="203745"/>
            <a:ext cx="9387589" cy="104637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MILESTONE Outcomes</a:t>
            </a:r>
          </a:p>
        </p:txBody>
      </p:sp>
    </p:spTree>
    <p:extLst>
      <p:ext uri="{BB962C8B-B14F-4D97-AF65-F5344CB8AC3E}">
        <p14:creationId xmlns:p14="http://schemas.microsoft.com/office/powerpoint/2010/main" val="3240598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5CA-BF5B-0F8E-7C0E-0689BD30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950" y="322559"/>
            <a:ext cx="5345882" cy="117630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A303-491A-D077-1842-A873397FC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187" y="2100716"/>
            <a:ext cx="9524089" cy="310198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AI Integration: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machine learning models to project "Likely Winners" in real-time based on early partial returns.</a:t>
            </a:r>
          </a:p>
          <a:p>
            <a:pPr algn="just">
              <a:lnSpc>
                <a:spcPct val="150000"/>
              </a:lnSpc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"What-If" Modeling: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a feature (similar to major news networks) to estimate final outcomes as soon as key precincts report.</a:t>
            </a:r>
          </a:p>
          <a:p>
            <a:pPr algn="just">
              <a:lnSpc>
                <a:spcPct val="150000"/>
              </a:lnSpc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Overlay: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US Census data to visualize how factors like income, education, and age influenced the voting shifts seen in your current charts.</a:t>
            </a:r>
          </a:p>
          <a:p>
            <a:pPr algn="just">
              <a:lnSpc>
                <a:spcPct val="150000"/>
              </a:lnSpc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API Connectivity: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static datasets to live Web API feeds (such as the Associated Press) for automated updates during election nights.</a:t>
            </a:r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5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1F4F-1C8F-D27A-2DC6-0A1FB445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80759"/>
            <a:ext cx="7729728" cy="1188720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270252-5C2F-A050-46C3-7986467B1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545956"/>
            <a:ext cx="8410841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transformed raw election data into meaningful insights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power of data visualization in understanding political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comprehensive analysis of party performance and voter behavior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Served as a valuable learning experience in data analytics and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 strong foundation for advanced analytical projects</a:t>
            </a:r>
          </a:p>
        </p:txBody>
      </p:sp>
    </p:spTree>
    <p:extLst>
      <p:ext uri="{BB962C8B-B14F-4D97-AF65-F5344CB8AC3E}">
        <p14:creationId xmlns:p14="http://schemas.microsoft.com/office/powerpoint/2010/main" val="3075176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E038-97DE-A01D-5A00-92D0EF14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7" y="341412"/>
            <a:ext cx="8625526" cy="145910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Contributors, 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Reference &amp;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6FD7B-9018-F742-0999-00C4E6D1D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091290"/>
            <a:ext cx="7729728" cy="3101983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Neelapu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Herambudu,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Francis Daniel,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Swathika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Murugan,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Shabeena Praveen,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Gopi Krishna,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Tanmay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Parulkar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 Election Data set 1976-22 (Kaggle).</a:t>
            </a: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Notes: 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vary based on selected filters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 depends on source dataset completeness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are designed for analytical interpretation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developed as part of Infosys Springboard Virtual Internship 6.0</a:t>
            </a:r>
          </a:p>
        </p:txBody>
      </p:sp>
    </p:spTree>
    <p:extLst>
      <p:ext uri="{BB962C8B-B14F-4D97-AF65-F5344CB8AC3E}">
        <p14:creationId xmlns:p14="http://schemas.microsoft.com/office/powerpoint/2010/main" val="12529383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574</TotalTime>
  <Words>758</Words>
  <Application>Microsoft Office PowerPoint</Application>
  <PresentationFormat>Widescreen</PresentationFormat>
  <Paragraphs>131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Gill Sans MT</vt:lpstr>
      <vt:lpstr>Times New Roman</vt:lpstr>
      <vt:lpstr>Verdana</vt:lpstr>
      <vt:lpstr>Parcel</vt:lpstr>
      <vt:lpstr>ElectViz   Election Data Visualization for Media  Batch-11</vt:lpstr>
      <vt:lpstr>Project Overview</vt:lpstr>
      <vt:lpstr>Project Files</vt:lpstr>
      <vt:lpstr>Key Features</vt:lpstr>
      <vt:lpstr>Tools &amp; Technologies</vt:lpstr>
      <vt:lpstr>WORKFLOW </vt:lpstr>
      <vt:lpstr>SYSTEM DESIGN</vt:lpstr>
      <vt:lpstr>License</vt:lpstr>
      <vt:lpstr>Team Learning</vt:lpstr>
      <vt:lpstr>MILESTONE Outcomes</vt:lpstr>
      <vt:lpstr>PowerPoint Presentation</vt:lpstr>
      <vt:lpstr>Future Enhancements</vt:lpstr>
      <vt:lpstr>Conclusion</vt:lpstr>
      <vt:lpstr>Contributors,    Reference &amp;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Herambudu neelapu</dc:creator>
  <cp:lastModifiedBy>SWATHIKA M</cp:lastModifiedBy>
  <cp:revision>18</cp:revision>
  <dcterms:created xsi:type="dcterms:W3CDTF">2026-02-02T17:28:50Z</dcterms:created>
  <dcterms:modified xsi:type="dcterms:W3CDTF">2026-02-10T13:17:42Z</dcterms:modified>
</cp:coreProperties>
</file>