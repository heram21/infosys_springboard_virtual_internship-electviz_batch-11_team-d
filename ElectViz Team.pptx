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7" d="100"/>
          <a:sy n="77" d="100"/>
        </p:scale>
        <p:origin x="630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B0ECC-9474-4945-8746-148D35750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EC283-39EA-4997-90FD-E6CDBA98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5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EC283-39EA-4997-90FD-E6CDBA984E5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4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3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83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4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2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5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2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8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6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87F0A9-1185-430C-AD9F-4A6A23A39D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0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D2B-976A-6805-0AB4-D5D9E2EE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437307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ElectViz</a:t>
            </a: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: Election Data Visualization for Media</a:t>
            </a: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Batch-11</a:t>
            </a:r>
            <a:endParaRPr lang="en-IN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31828F-2798-8BE8-56E0-23C8257D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5333" y="3429000"/>
            <a:ext cx="2926667" cy="3013494"/>
          </a:xfrm>
        </p:spPr>
        <p:txBody>
          <a:bodyPr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IN" sz="1800" dirty="0">
                <a:solidFill>
                  <a:schemeClr val="tx1"/>
                </a:solidFill>
              </a:rPr>
              <a:t>Mentor : Mrs Nithyasri S J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Neelapu Herambudu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Francis Daniel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Swathika Murugan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Shaik Shabeena Praveen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Gopi Krishna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Tanmay </a:t>
            </a:r>
            <a:r>
              <a:rPr lang="en-IN" sz="1800" dirty="0" err="1">
                <a:solidFill>
                  <a:schemeClr val="tx1"/>
                </a:solidFill>
              </a:rPr>
              <a:t>Parulkar</a:t>
            </a: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3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EF5E-1360-ACD8-7139-838981D7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Project Overview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E02B563-4D87-4D75-FC5E-1DDB18240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8738" y="1097415"/>
            <a:ext cx="7794287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Mission: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visual narrative that moves beyond the "Horse   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Race" and explains the "Why" behind the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Who”.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Gap: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 Elections are uniquely complex, the public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needs a clear guide to navigate the "Red Mirages" and shifting data of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election night.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 Value: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Specialized for newsrooms to transform high-volume data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(like AP feeds) into broadcast-ready stories instantly.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Human Connection: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bridge the gap between cold statistics and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real-world concerns of voters, making the democratic process  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 to everyone.</a:t>
            </a:r>
          </a:p>
        </p:txBody>
      </p:sp>
    </p:spTree>
    <p:extLst>
      <p:ext uri="{BB962C8B-B14F-4D97-AF65-F5344CB8AC3E}">
        <p14:creationId xmlns:p14="http://schemas.microsoft.com/office/powerpoint/2010/main" val="189735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C7D1-7080-DED1-AF06-D488FC13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Project Files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DBB153-BC5A-BF17-4829-707D5300F3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3110" y="866776"/>
            <a:ext cx="7867613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Development File: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central Power BI project file that contains the entire data model, visual reports, and interactive dashboard layout seen in your screenshots.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Source Dataset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"source of truth" containing historical US Election records (1976–2022) after the data cleaning process was completed.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Query Logic: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transformation scripts used to clean, filter, and format the raw election data before it entered the dashboard.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 Measure Repository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collection of custom formulas created within the file to calculate complex metrics like "Weighted Vote Share %" and "Seats Won by Party".</a:t>
            </a:r>
          </a:p>
        </p:txBody>
      </p:sp>
    </p:spTree>
    <p:extLst>
      <p:ext uri="{BB962C8B-B14F-4D97-AF65-F5344CB8AC3E}">
        <p14:creationId xmlns:p14="http://schemas.microsoft.com/office/powerpoint/2010/main" val="329489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E907-BDB0-EFF7-5F3E-5909320A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BE3FF6-0A2E-CD90-F8AB-27036C2B5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910151"/>
            <a:ext cx="7805555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Trend Analysis: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line and area charts that visualize voting patterns and seat distributions from 1976 to 2022.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Geographic Insights: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state-wise breakdown of candidate performance and participation, allowing for hyper-local reporting.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Election Analytics: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tracking of Fusion Tickets and Special Elections to provide context beyond standard general races.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 to Victory Tracker: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calculation of "Seats Won" and "Vote Share %" to help media houses identify the 270-threshold.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 &amp; Party Benchmarking: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Top 10 candidates and party-wise dominance to identify political shifts.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Deep-Dive Filtering: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"Year," "State," and "Party" slicers that allow journalists to isolate specific election stories instantly.</a:t>
            </a:r>
          </a:p>
        </p:txBody>
      </p:sp>
    </p:spTree>
    <p:extLst>
      <p:ext uri="{BB962C8B-B14F-4D97-AF65-F5344CB8AC3E}">
        <p14:creationId xmlns:p14="http://schemas.microsoft.com/office/powerpoint/2010/main" val="183860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4D18-2469-1425-ECD1-B8C23186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094" y="1123837"/>
            <a:ext cx="3545512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Tools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4BAA-6E74-D138-8DD6-7ED4CBC1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Platform: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Desktop – Used for end-to-end data modeling, analytical calculations, and interactive dashboard design.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Engine: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 (M Language) – Leveraged for the ETL process: cleaning raw US Election datasets, handling missing values, and normalizing state/county naming conventions.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Logic: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 – Created custom measures to calculate complex metrics like Weighted Vote Share %, Electoral Thresholds, and Year-over-Year Participation Trends.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Suite: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AI Visuals: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identifying key influencers and performance trends.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Geospatial Mapping: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Bing Maps for real-time state-wise candidate distribution.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Slicers: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synchronized filters for "Year," "State," and "Party" to allow for deep-dive investigative reporting.</a:t>
            </a:r>
          </a:p>
        </p:txBody>
      </p:sp>
    </p:spTree>
    <p:extLst>
      <p:ext uri="{BB962C8B-B14F-4D97-AF65-F5344CB8AC3E}">
        <p14:creationId xmlns:p14="http://schemas.microsoft.com/office/powerpoint/2010/main" val="428781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69E8-95B1-1A6E-5BCB-630C683C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3721-BC39-AE41-FC7A-DDE5B8C62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 License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short and permissive software license that allows media houses to use, copy, and modify your dashboard, provided the original copyright and permission notice are included.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22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078E-8673-C945-E710-E2B883D3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84" y="1123837"/>
            <a:ext cx="3156155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Team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3157-13DF-39B4-1551-CAC82ABD1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Empathy: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learned that cleaning a "US Election" dataset is an ethical duty; behind every row is a voter whose intent must be accurately represented.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Clarity: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discovered that "less is more"—simplifying complex "Fusion Ticket" or "Special Election" data into clear donut charts makes the story accessible to non-experts.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Agility: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mastered DAX to handle "Weighted Vote Share" and Power Query to merge fragmented state records into a unified national narrative.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Design: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testing our "Year Sliders," we learned how to design for a high-pressure newsroom where a journalist needs historical context in under three seconds.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over Aesthetics: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prioritized data validation over "flashy" visuals, ensuring that every seat count and percentage on the dashboard is bulletproof and auditable.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89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F250-86EB-3003-C015-87AB7DDD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4591174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Outcomes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CD757-2026-B809-1541-72D55257A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063" y="823307"/>
            <a:ext cx="4122340" cy="23507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307CC7-2FC6-824F-99EB-2EBBDAAB5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533" y="798891"/>
            <a:ext cx="4210706" cy="2399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7EA6BC06-5566-65E4-DD78-2C155655F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063" y="3658125"/>
            <a:ext cx="4122340" cy="23765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9C656C-6AD9-B4B0-BBA9-C4F861B9B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533" y="3658125"/>
            <a:ext cx="4210706" cy="2399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666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9249-9780-6DF5-2FDA-2AA68D7D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2999"/>
            <a:ext cx="2834640" cy="4608871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Outcomes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1A7EB-9F15-56F2-3DAC-E1E2DBF0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018" y="5397910"/>
            <a:ext cx="2834640" cy="930918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339F6B-C1E1-4223-80AA-288986DCD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272" y="794528"/>
            <a:ext cx="4503576" cy="25329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212B04-5E39-5F9D-104C-77536BCA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408" y="3530485"/>
            <a:ext cx="4219098" cy="2392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4BD778-4695-25E8-715A-418677138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256" y="3530485"/>
            <a:ext cx="4189438" cy="2392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0598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5CA-BF5B-0F8E-7C0E-0689BD30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725" y="1123837"/>
            <a:ext cx="3560445" cy="460118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A303-491A-D077-1842-A873397FC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AI Integration: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machine learning models to project "Likely Winners" in real-time based on early partial returns.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"What-If" Modeling: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a "The Needle" feature (similar to major news networks) to estimate final outcomes as soon as key precincts report.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Overlay: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US Census data to visualize how factors like income, education, and age influenced the voting shifts seen in your current charts.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API Connectivity: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static datasets to live Web API feeds (such as the Associated Press) for automated updates during election nights.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53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1F4F-1C8F-D27A-2DC6-0A1FB445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AE01-E631-9183-8E86-8FD9989DA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Vote a Story: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the American democratic experiment visible to everyone.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Clarity in Chaos: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provide the "Eye of the Storm" for journalists during the most chaotic nights in media.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Quote: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 a democracy, data is the heartbeat.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sure everyone can hear it clearly."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176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E038-97DE-A01D-5A00-92D0EF14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9000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Contributors 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&amp;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Reference,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6FD7B-9018-F742-0999-00C4E6D1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Neelapu Herambudu, Francis Daniel, Swathika Murugan, Shaik Shabeena Praveen, Gopi Krishna, Tanmay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Parulkar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 Election Data set 1976-22 (Kaggle).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Three-Second Rule: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fast-placed newsroom, clarity is king. We designed our visualizations so that a viewer can understand the state of a race in under three seconds.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with a Pulse: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didn't just build a dashboard; we built a storyteller. Our "Trend Arrows" and "Swing Analysis" explain the movement of the American people, not just the final score.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9383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497</TotalTime>
  <Words>1002</Words>
  <Application>Microsoft Office PowerPoint</Application>
  <PresentationFormat>Widescreen</PresentationFormat>
  <Paragraphs>65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Corbel</vt:lpstr>
      <vt:lpstr>Times New Roman</vt:lpstr>
      <vt:lpstr>Verdana</vt:lpstr>
      <vt:lpstr>Wingdings 2</vt:lpstr>
      <vt:lpstr>Frame</vt:lpstr>
      <vt:lpstr>ElectViz: Election Data Visualization for Media Batch-11</vt:lpstr>
      <vt:lpstr>Project Overview</vt:lpstr>
      <vt:lpstr>Project Files</vt:lpstr>
      <vt:lpstr>Key Features</vt:lpstr>
      <vt:lpstr>Tools &amp; Technologies</vt:lpstr>
      <vt:lpstr>License</vt:lpstr>
      <vt:lpstr>Team Learning</vt:lpstr>
      <vt:lpstr>Outcomes</vt:lpstr>
      <vt:lpstr>Outcomes</vt:lpstr>
      <vt:lpstr>Future Enhancements</vt:lpstr>
      <vt:lpstr>Conclusion</vt:lpstr>
      <vt:lpstr>Contributors  &amp;  Reference,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Herambudu neelapu</dc:creator>
  <cp:lastModifiedBy>Herambudu neelapu</cp:lastModifiedBy>
  <cp:revision>7</cp:revision>
  <dcterms:created xsi:type="dcterms:W3CDTF">2026-02-02T17:28:50Z</dcterms:created>
  <dcterms:modified xsi:type="dcterms:W3CDTF">2026-02-07T14:01:15Z</dcterms:modified>
</cp:coreProperties>
</file>